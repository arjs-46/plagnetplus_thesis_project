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476488" cy="6080760"/>
  <p:notesSz cx="6080760" cy="84764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5bfc053f-fabd-4aa1-a9de-23e9832b26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476488" cy="6080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self-supervised representation-learning approaches</dc:title>
  <dc:subject>Figure 03 SSL approaches</dc:subject>
  <dc:creator>Alexander Stringer</dc:creator>
  <cp:lastModifiedBy>Alexander Stringer</cp:lastModifiedBy>
  <cp:revision>1</cp:revision>
  <dcterms:created xsi:type="dcterms:W3CDTF">2026-08-27T08:41:32Z</dcterms:created>
  <dcterms:modified xsi:type="dcterms:W3CDTF">2026-08-27T08:41:32Z</dcterms:modified>
</cp:coreProperties>
</file>